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371600" y="6019800"/>
            <a:ext cx="7010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733800" y="0"/>
            <a:ext cx="2286000" cy="571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phtechconsultan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0" y="53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Competence Audit and Mapping Workshop 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0" y="914400"/>
            <a:ext cx="4448175" cy="2338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 of Workshop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Organizations are experiencing  fast moving  economic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 situation, this is leading towards fast change in  Team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Members competence. Understanding the People  competence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 important as understanding the Role .Most of the organizations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loosing their Talent Pool  due to fire fighting to get new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onboard  and rush for recruiting new Competence from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Market instead of practicing Competence  Management with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Talent pool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workshop is intended to familiarize with tools of  Competence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, competence Audit and  competence Mapping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workshop has unique  feature of understanding  competence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Gap Analysis.</a:t>
            </a:r>
            <a:endParaRPr sz="1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0" y="3124200"/>
            <a:ext cx="3400425" cy="191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Content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Audit and Mapping workshop includes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 Competence Management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Requirement analysis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Audit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Gap analysis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Competence Mapping 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Development Tools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Based Capability  Plan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Skills (using video replay method)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343400" y="990600"/>
            <a:ext cx="27320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Competence Development Flow</a:t>
            </a:r>
            <a:endParaRPr sz="1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0" y="4724400"/>
            <a:ext cx="4160838" cy="174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 of Workshop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Competence Audit and Mapping Workshop will make following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Impact on Participants and their work behaviour 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competence Based approach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Improved Employee engagement  level 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Practice of “self motivated ” work style 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Solid understanding for Capability planning 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Self evaluation of Competence  Level</a:t>
            </a:r>
            <a:endParaRPr/>
          </a:p>
          <a:p>
            <a:pPr indent="-698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add value in organization Capability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452938" y="3962400"/>
            <a:ext cx="3922712" cy="256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solution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Group :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Mix Group of HR  employee, Line Managers ,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Senior executive of Management</a:t>
            </a:r>
            <a:endParaRPr sz="11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Methodology :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Workshop using</a:t>
            </a:r>
            <a:endParaRPr sz="11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-Individual  Role Description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-Case based group exercise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-Role  simulation  activity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-Video recording and action replay  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Required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- 8 Hours</a:t>
            </a:r>
            <a:endParaRPr sz="11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Size-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8-12 participants per group </a:t>
            </a:r>
            <a:endParaRPr sz="11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Fee-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open to discuss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152400" y="6324600"/>
            <a:ext cx="7010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www.phtechconsultant.com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Telephone+91-9899146204, +91-120-6483078</a:t>
            </a:r>
            <a:endParaRPr/>
          </a:p>
        </p:txBody>
      </p:sp>
      <p:grpSp>
        <p:nvGrpSpPr>
          <p:cNvPr id="96" name="Google Shape;96;p13"/>
          <p:cNvGrpSpPr/>
          <p:nvPr/>
        </p:nvGrpSpPr>
        <p:grpSpPr>
          <a:xfrm>
            <a:off x="4631000" y="1298575"/>
            <a:ext cx="4267200" cy="2695701"/>
            <a:chOff x="3169" y="2288"/>
            <a:chExt cx="2343" cy="1610"/>
          </a:xfrm>
        </p:grpSpPr>
        <p:sp>
          <p:nvSpPr>
            <p:cNvPr id="97" name="Google Shape;97;p13"/>
            <p:cNvSpPr/>
            <p:nvPr/>
          </p:nvSpPr>
          <p:spPr>
            <a:xfrm>
              <a:off x="3963" y="2288"/>
              <a:ext cx="760" cy="42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38100">
              <a:solidFill>
                <a:schemeClr val="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Competence Requirements</a:t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4752" y="3255"/>
              <a:ext cx="760" cy="42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38100">
              <a:solidFill>
                <a:schemeClr val="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Competence Evaluation</a:t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169" y="3255"/>
              <a:ext cx="760" cy="42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38100">
              <a:solidFill>
                <a:schemeClr val="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Competence Development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(Learning Solution)</a:t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923" y="2859"/>
              <a:ext cx="862" cy="408"/>
            </a:xfrm>
            <a:prstGeom prst="ellipse">
              <a:avLst/>
            </a:prstGeom>
            <a:solidFill>
              <a:schemeClr val="accent2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Competence Level</a:t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 rot="7272452">
              <a:off x="4741" y="2687"/>
              <a:ext cx="401" cy="484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397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 rot="-7743373">
              <a:off x="4091" y="3348"/>
              <a:ext cx="401" cy="484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397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 rot="-1519083">
              <a:off x="3510" y="2641"/>
              <a:ext cx="401" cy="484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lt1"/>
            </a:solidFill>
            <a:ln cap="flat" cmpd="sng" w="28575">
              <a:solidFill>
                <a:schemeClr val="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397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" name="Google Shape;104;p13"/>
            <p:cNvCxnSpPr>
              <a:stCxn id="100" idx="0"/>
              <a:endCxn id="97" idx="2"/>
            </p:cNvCxnSpPr>
            <p:nvPr/>
          </p:nvCxnSpPr>
          <p:spPr>
            <a:xfrm>
              <a:off x="4354" y="2859"/>
              <a:ext cx="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5" name="Google Shape;105;p13"/>
            <p:cNvCxnSpPr/>
            <p:nvPr/>
          </p:nvCxnSpPr>
          <p:spPr>
            <a:xfrm>
              <a:off x="4641" y="3221"/>
              <a:ext cx="109" cy="7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6" name="Google Shape;106;p13"/>
            <p:cNvCxnSpPr/>
            <p:nvPr/>
          </p:nvCxnSpPr>
          <p:spPr>
            <a:xfrm flipH="1">
              <a:off x="3914" y="3196"/>
              <a:ext cx="100" cy="7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